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A9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DevOps Nível 1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Python + Azure SQL</a:t>
            </a:r>
            <a:b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Fundamentos Práticos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vamos fazer hoje?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Criar um projeto Python profissional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Conectar a um banco de dados real (Azure SQL)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Rodar localmente no VS Code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Versionador com Git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Fundamentos DevOps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1️⃣  ESTRUTURA: Projeto organizado e profissional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2️⃣  GIT: Versione seu código sempre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3️⃣  BANCO DE DADOS: Dados em produção (Azure SQL)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Estrutura de Projeto Profissional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meu-projeto/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├── src/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│   ├── main.py (aplicação)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│   └── database.py (conexão BD)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├── .gitignore (ignorar arquivos)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├── requirements.txt (dependências)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31520" y="4480559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└── README.md (documentação)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Git: Versione seu Código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Problema: 'Qual versão era a que funcionava?'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Solução: Git guarda histórico de TUDO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Resultado: Volta a qualquer versão em segundos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Git: 5 Comandos Apenas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731520" y="1371600"/>
            <a:ext cx="7772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git init              # Inicia repositório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git add .             # Prepara mudanças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"msg"   # Salva mudanças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git log               # Vê histórico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git status            # Vê o que mudou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SQL: Banco de Dados na Nuvem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Problema: Dados salvos apenas na sua máquina?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Solução: Banco de dados no Azure (na nuvem)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Resultado: Dados seguros e acessíveis sempre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Conectar ao Azure SQL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1. Criar instância do SQL Server no Azure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2. Obter string de conexão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3. Usar pyodbc (driver Python)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4. Pronto! Conectado ao banco real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Aplicação Python (muito simples!)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731520" y="1371600"/>
            <a:ext cx="7772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import pyodbc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connection_string = 'seu_connection_string_aqui'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connection = pyodbc.connect(connection_string)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cursor = connection.cursor()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cursor.execute('SELECT TOP 1 * FROM SuaTabela')</a:t>
            </a:r>
            <a:b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3384"/>
                </a:solidFill>
                <a:latin typeface="Courier New"/>
                <a:ea typeface="Courier New"/>
                <a:cs typeface="Courier New"/>
                <a:sym typeface="Courier New"/>
              </a:rPr>
              <a:t>print(cursor.fetchone())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 Code: Seu Ambiente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Extensões necessárias:</a:t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• Python (Microsoft)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• GitHub Copilot (opcional)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  • REST Client (para testar API depois)</a:t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Debug: F5 para rodar com breakpoints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A9E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PRÁTICA #1</a:t>
            </a:r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Estrutura + Git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Prática 1: Setup Projeto (15 min)</a:t>
            </a:r>
            <a:endParaRPr/>
          </a:p>
        </p:txBody>
      </p:sp>
      <p:sp>
        <p:nvSpPr>
          <p:cNvPr id="183" name="Google Shape;183;p2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1. mkdir meu-primeiro-projeto</a:t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2. cd meu-primeiro-projeto</a:t>
            </a:r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3. git init</a:t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4. Crie pastas: src/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5. Crie arquivo: src/main.py</a:t>
            </a:r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6. git add . &amp;&amp; git commit -m 'setup inicial'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A9E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PRÁTICA #2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Conectar ao Azure SQL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Prática 2: Conexão Azure SQL (20 min)</a:t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1. Criar instância SQL Server no Azure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2. Copiar connection string</a:t>
            </a:r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3. pip install pyodbc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4. Criar database.py com função de conexão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5. Testar: print(conexão ok!)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6. git add . &amp;&amp; git commit -m 'conexão sql'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A9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PRÁTICA #3</a:t>
            </a: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Rodar no VS Code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Prática 3: Executar Projeto (15 min)</a:t>
            </a:r>
            <a:endParaRPr/>
          </a:p>
        </p:txBody>
      </p:sp>
      <p:sp>
        <p:nvSpPr>
          <p:cNvPr id="219" name="Google Shape;219;p28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1. Abra VS Code</a:t>
            </a:r>
            <a:endParaRPr/>
          </a:p>
        </p:txBody>
      </p:sp>
      <p:sp>
        <p:nvSpPr>
          <p:cNvPr id="220" name="Google Shape;220;p28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2. File → Open → seu-projeto</a:t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3. Instale extensão Python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4. Pressione F5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5. Vê dados do banco? Sucesso!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6. Coloque breakpoint e debug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você aprendeu</a:t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✓ Estrutura profissional de projeto</a:t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✓ Git para versionamento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✓ Conectar a banco de dados real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✓ Rodar localmente no VS Code</a:t>
            </a:r>
            <a:endParaRPr/>
          </a:p>
        </p:txBody>
      </p:sp>
      <p:sp>
        <p:nvSpPr>
          <p:cNvPr id="235" name="Google Shape;235;p29"/>
          <p:cNvSpPr txBox="1"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✓ Projeto pronto para Nível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A9E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Nível 2 (Próxima Oficina)</a:t>
            </a:r>
            <a:endParaRPr/>
          </a:p>
        </p:txBody>
      </p:sp>
      <p:sp>
        <p:nvSpPr>
          <p:cNvPr id="241" name="Google Shape;241;p30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Docker + Testes + CI/CD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Seu Roadmap DevOps</a:t>
            </a:r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✓ Hoje (Nível 1): Python + Azure SQL</a:t>
            </a:r>
            <a:endParaRPr/>
          </a:p>
        </p:txBody>
      </p:sp>
      <p:sp>
        <p:nvSpPr>
          <p:cNvPr id="249" name="Google Shape;249;p31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📋 Próxima (Nível 2): Docker + Testes + CI/CD</a:t>
            </a:r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📊 Depois (Nível 3): Monitoramento + Deploy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Desafio: Replique em Seu Projeto!</a:t>
            </a:r>
            <a:endParaRPr/>
          </a:p>
        </p:txBody>
      </p:sp>
      <p:sp>
        <p:nvSpPr>
          <p:cNvPr id="257" name="Google Shape;257;p32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1. Pegue um projeto Python seu</a:t>
            </a:r>
            <a:endParaRPr/>
          </a:p>
        </p:txBody>
      </p:sp>
      <p:sp>
        <p:nvSpPr>
          <p:cNvPr id="258" name="Google Shape;258;p32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2. Organize com estrutura profissional</a:t>
            </a:r>
            <a:endParaRPr/>
          </a:p>
        </p:txBody>
      </p:sp>
      <p:sp>
        <p:nvSpPr>
          <p:cNvPr id="259" name="Google Shape;259;p32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3. Inicialize Git</a:t>
            </a:r>
            <a:endParaRPr/>
          </a:p>
        </p:txBody>
      </p:sp>
      <p:sp>
        <p:nvSpPr>
          <p:cNvPr id="260" name="Google Shape;260;p32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4. Conecte a um banco de dados</a:t>
            </a:r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5. Mande screenshot no Slack!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Dúvidas? Estamos Aqui!</a:t>
            </a:r>
            <a:endParaRPr/>
          </a:p>
        </p:txBody>
      </p:sp>
      <p:sp>
        <p:nvSpPr>
          <p:cNvPr id="268" name="Google Shape;268;p33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📧 Email: devops@ifpr.edu.br</a:t>
            </a:r>
            <a:endParaRPr/>
          </a:p>
        </p:txBody>
      </p:sp>
      <p:sp>
        <p:nvSpPr>
          <p:cNvPr id="269" name="Google Shape;269;p33"/>
          <p:cNvSpPr txBox="1"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💬 Slack: #devops-nivel-1</a:t>
            </a:r>
            <a:endParaRPr/>
          </a:p>
        </p:txBody>
      </p:sp>
      <p:sp>
        <p:nvSpPr>
          <p:cNvPr id="270" name="Google Shape;270;p33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📚 Documentação: github.com/ifpr-devops</a:t>
            </a:r>
            <a:endParaRPr/>
          </a:p>
        </p:txBody>
      </p:sp>
      <p:sp>
        <p:nvSpPr>
          <p:cNvPr id="271" name="Google Shape;271;p33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→ Ninguém fica para trás!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A9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Parabéns! 🎉</a:t>
            </a:r>
            <a:endParaRPr/>
          </a:p>
        </p:txBody>
      </p:sp>
      <p:sp>
        <p:nvSpPr>
          <p:cNvPr id="277" name="Google Shape;277;p34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Você iniciou em DevOps!</a:t>
            </a:r>
            <a:b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Agora é com você!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